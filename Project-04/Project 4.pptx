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.jpg" ContentType="image/png"/>
  <Override PartName="/ppt/media/image3.jpg" ContentType="image/png"/>
  <Override PartName="/ppt/media/image4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3A10F-3CBA-4E10-BC4E-AA21EA2FBAA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07A-F576-45B4-BD26-25F851139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13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3A10F-3CBA-4E10-BC4E-AA21EA2FBAA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07A-F576-45B4-BD26-25F851139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8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3A10F-3CBA-4E10-BC4E-AA21EA2FBAA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07A-F576-45B4-BD26-25F851139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3A10F-3CBA-4E10-BC4E-AA21EA2FBAA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07A-F576-45B4-BD26-25F851139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84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3A10F-3CBA-4E10-BC4E-AA21EA2FBAA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07A-F576-45B4-BD26-25F851139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99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3A10F-3CBA-4E10-BC4E-AA21EA2FBAA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07A-F576-45B4-BD26-25F851139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83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3A10F-3CBA-4E10-BC4E-AA21EA2FBAA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07A-F576-45B4-BD26-25F851139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15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3A10F-3CBA-4E10-BC4E-AA21EA2FBAA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07A-F576-45B4-BD26-25F851139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6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3A10F-3CBA-4E10-BC4E-AA21EA2FBAA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07A-F576-45B4-BD26-25F851139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5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3A10F-3CBA-4E10-BC4E-AA21EA2FBAA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07A-F576-45B4-BD26-25F851139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16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3A10F-3CBA-4E10-BC4E-AA21EA2FBAA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C807A-F576-45B4-BD26-25F851139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3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3A10F-3CBA-4E10-BC4E-AA21EA2FBAA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C807A-F576-45B4-BD26-25F851139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9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03571" y="569406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  <a:t> Project 4</a:t>
            </a:r>
            <a:b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  <a:t> Golden AMI Deployment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153382" y="2574655"/>
            <a:ext cx="7109298" cy="295065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Configure EC2 with web server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Create Golden AMI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Launch multiple EC2 instances from AMI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Verify identical configuration</a:t>
            </a:r>
            <a:endParaRPr lang="en-US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797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84491" y="437320"/>
            <a:ext cx="5735941" cy="634117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Launch EC2 &amp; Configure Web Server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091" y="1826811"/>
            <a:ext cx="6172200" cy="4038497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911350" y="1659834"/>
            <a:ext cx="3932237" cy="4677355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Login to Amazon Web Services Console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EC2 → Launch Instance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Choose:</a:t>
            </a: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AMI: Amazon Linux 2</a:t>
            </a: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 </a:t>
            </a:r>
            <a:r>
              <a:rPr lang="en-US" dirty="0" smtClean="0">
                <a:solidFill>
                  <a:schemeClr val="bg1"/>
                </a:solidFill>
              </a:rPr>
              <a:t>✔</a:t>
            </a: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Instance type: t2.micro (Free Tier)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Configure:</a:t>
            </a: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 </a:t>
            </a:r>
            <a:r>
              <a:rPr lang="en-US" dirty="0" smtClean="0">
                <a:solidFill>
                  <a:schemeClr val="bg1"/>
                </a:solidFill>
              </a:rPr>
              <a:t>✔</a:t>
            </a: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Key pair: select/create</a:t>
            </a: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 </a:t>
            </a:r>
            <a:r>
              <a:rPr lang="en-US" dirty="0" smtClean="0">
                <a:solidFill>
                  <a:schemeClr val="bg1"/>
                </a:solidFill>
              </a:rPr>
              <a:t>✔</a:t>
            </a: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Security Group:</a:t>
            </a: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            </a:t>
            </a:r>
            <a:r>
              <a:rPr lang="en-US" dirty="0" smtClean="0">
                <a:solidFill>
                  <a:schemeClr val="bg1"/>
                </a:solidFill>
              </a:rPr>
              <a:t>✔</a:t>
            </a: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SSH → Port 22 (My IP)</a:t>
            </a: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            </a:t>
            </a:r>
            <a:r>
              <a:rPr lang="en-US" dirty="0" smtClean="0">
                <a:solidFill>
                  <a:schemeClr val="bg1"/>
                </a:solidFill>
              </a:rPr>
              <a:t>✔</a:t>
            </a: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HTTP → Port 80 (Anywhere)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Launch the instance</a:t>
            </a: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             </a:t>
            </a:r>
            <a:r>
              <a:rPr lang="en-US" dirty="0" smtClean="0">
                <a:solidFill>
                  <a:schemeClr val="bg1"/>
                </a:solidFill>
              </a:rPr>
              <a:t>✔</a:t>
            </a: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Install Web Server</a:t>
            </a:r>
          </a:p>
          <a:p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             </a:t>
            </a:r>
            <a:r>
              <a:rPr lang="en-US" dirty="0" smtClean="0">
                <a:solidFill>
                  <a:schemeClr val="bg1"/>
                </a:solidFill>
              </a:rPr>
              <a:t>✔</a:t>
            </a: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Connect via SSH: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752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7674" y="516834"/>
            <a:ext cx="3932237" cy="634117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the Golden AMI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283" y="2073301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0933" y="2073301"/>
            <a:ext cx="4548146" cy="381158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EC2 → Instances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Select our configured EC2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Click Actions → Image and templates → Create Image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Enter:</a:t>
            </a:r>
          </a:p>
          <a:p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 ✔Name: golden-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ami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-webserver</a:t>
            </a:r>
          </a:p>
          <a:p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</a:t>
            </a:r>
            <a:r>
              <a:rPr lang="en-US" sz="1800" dirty="0" smtClean="0">
                <a:solidFill>
                  <a:schemeClr val="bg1"/>
                </a:solidFill>
              </a:rPr>
              <a:t>✔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Description: Apache configured EC2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Click Create Image</a:t>
            </a:r>
          </a:p>
          <a:p>
            <a:r>
              <a:rPr lang="en-US" sz="18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1800" dirty="0" smtClean="0">
                <a:solidFill>
                  <a:schemeClr val="bg1"/>
                </a:solidFill>
              </a:rPr>
              <a:t>✔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Wait until AMI status becomes Available</a:t>
            </a:r>
            <a:endParaRPr lang="en-US" sz="18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868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9818" y="512335"/>
            <a:ext cx="5758179" cy="71363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Launch Multiple EC2 from Golden AMI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169" y="2057400"/>
            <a:ext cx="6513222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EC2 → AMIs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Select golden-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ami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-webserver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Click Launch Instance from AMI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Choose: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 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✔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Instance type: t2.micro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  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✔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Same security group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Launch 2 or more instances</a:t>
            </a:r>
            <a:endParaRPr lang="en-US" sz="2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519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3861" y="687264"/>
            <a:ext cx="5553061" cy="650019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Verify Identical Configuration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869" y="2470868"/>
            <a:ext cx="3650519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9343" y="2470868"/>
            <a:ext cx="2460003" cy="291216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For each new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EC2</a:t>
            </a:r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Copy Public IP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Open in browser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✔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Chrome 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   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✔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Google</a:t>
            </a:r>
            <a:endParaRPr lang="en-US" sz="2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494" y="2467885"/>
            <a:ext cx="5224007" cy="347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96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208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Agency FB</vt:lpstr>
      <vt:lpstr>Algerian</vt:lpstr>
      <vt:lpstr>Arial</vt:lpstr>
      <vt:lpstr>Calibri</vt:lpstr>
      <vt:lpstr>Calibri Light</vt:lpstr>
      <vt:lpstr>Wingdings</vt:lpstr>
      <vt:lpstr>Office Theme</vt:lpstr>
      <vt:lpstr> Project 4  Golden AMI Deployment</vt:lpstr>
      <vt:lpstr>Launch EC2 &amp; Configure Web Server</vt:lpstr>
      <vt:lpstr>Create the Golden AMI</vt:lpstr>
      <vt:lpstr>Launch Multiple EC2 from Golden AMI</vt:lpstr>
      <vt:lpstr>Verify Identical Configuration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4  Golden AMI Deployment</dc:title>
  <dc:creator>MD AZAD</dc:creator>
  <cp:lastModifiedBy>MD AZAD</cp:lastModifiedBy>
  <cp:revision>8</cp:revision>
  <dcterms:created xsi:type="dcterms:W3CDTF">2026-02-22T13:56:13Z</dcterms:created>
  <dcterms:modified xsi:type="dcterms:W3CDTF">2026-02-22T14:51:00Z</dcterms:modified>
</cp:coreProperties>
</file>