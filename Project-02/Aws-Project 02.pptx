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.jpg" ContentType="image/png"/>
  <Override PartName="/ppt/media/image3.jpg" ContentType="image/png"/>
  <Override PartName="/ppt/media/image4.jpg" ContentType="image/png"/>
  <Override PartName="/ppt/media/image5.jpg" ContentType="image/png"/>
  <Override PartName="/ppt/media/image6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6722-8D17-43D3-A589-DD20A90742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23D6-E5C5-4B78-8AAE-41DB9F9BD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18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6722-8D17-43D3-A589-DD20A90742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23D6-E5C5-4B78-8AAE-41DB9F9BD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26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6722-8D17-43D3-A589-DD20A90742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23D6-E5C5-4B78-8AAE-41DB9F9BD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99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6722-8D17-43D3-A589-DD20A90742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23D6-E5C5-4B78-8AAE-41DB9F9BD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08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6722-8D17-43D3-A589-DD20A90742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23D6-E5C5-4B78-8AAE-41DB9F9BD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290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6722-8D17-43D3-A589-DD20A90742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23D6-E5C5-4B78-8AAE-41DB9F9BD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0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6722-8D17-43D3-A589-DD20A90742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23D6-E5C5-4B78-8AAE-41DB9F9BD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97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6722-8D17-43D3-A589-DD20A90742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23D6-E5C5-4B78-8AAE-41DB9F9BD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62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6722-8D17-43D3-A589-DD20A90742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23D6-E5C5-4B78-8AAE-41DB9F9BD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9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6722-8D17-43D3-A589-DD20A90742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23D6-E5C5-4B78-8AAE-41DB9F9BD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88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06722-8D17-43D3-A589-DD20A90742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23D6-E5C5-4B78-8AAE-41DB9F9BD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17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06722-8D17-43D3-A589-DD20A90742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423D6-E5C5-4B78-8AAE-41DB9F9BD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221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13.234.186.240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4400" y="53657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>                           </a:t>
            </a:r>
            <a:r>
              <a:rPr lang="en-US" dirty="0" smtClean="0">
                <a:solidFill>
                  <a:schemeClr val="bg1"/>
                </a:solidFill>
                <a:latin typeface="Algerian" panose="04020705040A02060702" pitchFamily="82" charset="0"/>
              </a:rPr>
              <a:t>Project 2</a:t>
            </a:r>
            <a:br>
              <a:rPr lang="en-US" dirty="0" smtClean="0">
                <a:solidFill>
                  <a:schemeClr val="bg1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chemeClr val="bg1"/>
                </a:solidFill>
                <a:latin typeface="Algerian" panose="04020705040A02060702" pitchFamily="82" charset="0"/>
              </a:rPr>
              <a:t>EC2 Disaster Recovery Simulation</a:t>
            </a:r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876425" y="2568575"/>
            <a:ext cx="8591550" cy="33464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 Deploy application on EC2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 Create EBS snapshot and AMI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 Terminate EC2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 Restore EC2 using AMI and snapshot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 Validate data and application recovery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47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5906" y="232473"/>
            <a:ext cx="6157697" cy="569563"/>
          </a:xfrm>
        </p:spPr>
        <p:txBody>
          <a:bodyPr>
            <a:norm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Deploy application on EC2</a:t>
            </a:r>
            <a:endParaRPr lang="en-US" sz="3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138" y="2101056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0045" y="2235631"/>
            <a:ext cx="3932237" cy="320427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Select Amazon Linux 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Instance type: t2.micro (Free Tier)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or select Key Pair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EC2 → Launch Instance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Security Group: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Allow SSH (22) from your IP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Allow HTTP (80) from anywhere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969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2283" y="410705"/>
            <a:ext cx="5522266" cy="61605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EBS Snapshot (Data Backup)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121" y="2269169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0046" y="2452607"/>
            <a:ext cx="3932237" cy="253009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EC2 → Volumes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Select root volume of EC2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Click Actions → Create Snapshot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Name it: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Project2-DR-Snapshot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991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506" y="123987"/>
            <a:ext cx="4483880" cy="794288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AMI (Full Server Backup)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0045" y="2328620"/>
            <a:ext cx="3932237" cy="287106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EC2 → Instances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Select our instance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Actions → Image and templates → Create Image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Name: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Project2-DR-AMI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679" y="2114509"/>
            <a:ext cx="6172200" cy="3471862"/>
          </a:xfrm>
        </p:spPr>
      </p:pic>
    </p:spTree>
    <p:extLst>
      <p:ext uri="{BB962C8B-B14F-4D97-AF65-F5344CB8AC3E}">
        <p14:creationId xmlns:p14="http://schemas.microsoft.com/office/powerpoint/2010/main" val="2780811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1803" y="193727"/>
            <a:ext cx="5243296" cy="716797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Simulate Disaster (Terminate EC2)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775" y="2161381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35684" y="2456091"/>
            <a:ext cx="3932237" cy="2534363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Select EC2 instance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Instance state → Terminate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Confirm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❌ 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O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ur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server is gone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✅ But backup is safe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442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7266" y="170481"/>
            <a:ext cx="5134809" cy="662553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Restore EC2 using AMI &amp; Snapshot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75" y="2179328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795" y="2390613"/>
            <a:ext cx="3932237" cy="304929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AMIs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Select Project2-DR-AMI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Click Launch Instance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Use same security group &amp; key pair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Agency FB" panose="020B0503020202020204" pitchFamily="34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New EC2 instance is created from backup.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741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6130" y="193728"/>
            <a:ext cx="5359534" cy="654803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Validate Application &amp; Data Recovery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079" y="2361555"/>
            <a:ext cx="6172200" cy="3233333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0011" y="2677333"/>
            <a:ext cx="3932237" cy="2049652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Check application: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Open browser</a:t>
            </a:r>
            <a:r>
              <a:rPr lang="en-US" dirty="0" smtClean="0"/>
              <a:t>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We take New-EC2-Public-IP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600" dirty="0" smtClean="0">
                <a:solidFill>
                  <a:schemeClr val="bg1"/>
                </a:solidFill>
                <a:latin typeface="Agency FB" panose="020B0503020202020204" pitchFamily="34" charset="0"/>
                <a:hlinkClick r:id="rId3"/>
              </a:rPr>
              <a:t>http://13.234.186.240</a:t>
            </a:r>
            <a:endParaRPr lang="en-US" sz="26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672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198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Agency FB</vt:lpstr>
      <vt:lpstr>Algerian</vt:lpstr>
      <vt:lpstr>Arial</vt:lpstr>
      <vt:lpstr>Calibri</vt:lpstr>
      <vt:lpstr>Calibri Light</vt:lpstr>
      <vt:lpstr>Wingdings</vt:lpstr>
      <vt:lpstr>Office Theme</vt:lpstr>
      <vt:lpstr>                           Project 2 EC2 Disaster Recovery Simulation</vt:lpstr>
      <vt:lpstr>Deploy application on EC2</vt:lpstr>
      <vt:lpstr>Create EBS Snapshot (Data Backup)</vt:lpstr>
      <vt:lpstr>Create AMI (Full Server Backup)</vt:lpstr>
      <vt:lpstr>Simulate Disaster (Terminate EC2)</vt:lpstr>
      <vt:lpstr>Restore EC2 using AMI &amp; Snapshot</vt:lpstr>
      <vt:lpstr>Validate Application &amp; Data Recovery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 AZAD</dc:creator>
  <cp:lastModifiedBy>MD AZAD</cp:lastModifiedBy>
  <cp:revision>14</cp:revision>
  <dcterms:created xsi:type="dcterms:W3CDTF">2026-02-21T17:30:56Z</dcterms:created>
  <dcterms:modified xsi:type="dcterms:W3CDTF">2026-02-24T16:55:33Z</dcterms:modified>
</cp:coreProperties>
</file>