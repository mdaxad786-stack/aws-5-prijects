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png"/>
  <Override PartName="/ppt/media/image3.jpg" ContentType="image/png"/>
  <Override PartName="/ppt/media/image4.jpg" ContentType="image/png"/>
  <Override PartName="/ppt/media/image5.jpg" ContentType="image/png"/>
  <Override PartName="/ppt/media/image8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1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15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4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67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9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0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2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2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33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3C44B-EF86-44F9-8762-5AC65CCD3DB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DF095-B246-4121-8B1E-0C6A4869B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7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100.54.83.20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Project </a:t>
            </a:r>
            <a:r>
              <a:rPr lang="en-US" b="1" dirty="0" smtClean="0">
                <a:solidFill>
                  <a:schemeClr val="bg1"/>
                </a:solidFill>
                <a:latin typeface="Algerian" panose="04020705040A02060702" pitchFamily="82" charset="0"/>
              </a:rPr>
              <a:t>5</a:t>
            </a:r>
            <a:br>
              <a:rPr lang="en-US" b="1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Algerian" panose="04020705040A02060702" pitchFamily="82" charset="0"/>
              </a:rPr>
              <a:t>Cross-Region </a:t>
            </a:r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Backup Strategy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69723" y="2127182"/>
            <a:ext cx="8373894" cy="32424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Launch EC2 in Region 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Create and copy EBS snapshot to Region 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Restore EC2 in Region 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Validate application availability</a:t>
            </a:r>
            <a:endParaRPr lang="en-US" sz="4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35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15390" y="369718"/>
            <a:ext cx="6728331" cy="831715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Launch EC2 in Region A (Primary Region)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890" y="2227263"/>
            <a:ext cx="6172200" cy="3471862"/>
          </a:xfrm>
        </p:spPr>
      </p:pic>
      <p:sp>
        <p:nvSpPr>
          <p:cNvPr id="7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1978035"/>
            <a:ext cx="414077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gency FB" panose="020B05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Login to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AWS Console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gency FB" panose="020B05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Switch region →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ap-south-1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gency FB" panose="020B05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Go to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EC2 → Launch Instance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gency FB" panose="020B05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Choose: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AMI: Amazon Linux 2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Instance type: t2.micro (Free Tier)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Create / select key pair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Security Group: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Allow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SSH (22)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 – My IP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Allow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HTTP (80)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 – Anywhere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Launch instance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🔹 Install a test application: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365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130" y="544817"/>
            <a:ext cx="5463735" cy="67607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EBS Snapshot (Region A)</a:t>
            </a:r>
            <a:endParaRPr lang="en-US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760" y="2057400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EC2 → Volumes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the root volume of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our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Actions → Create Snapshot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Name: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RegionA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-Backup-Snapshot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snapshot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⏳ Wait until snapshot status = Completed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09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2757" y="359991"/>
            <a:ext cx="4938442" cy="705255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Copy Snapshot to Region B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099" y="1906621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8154" y="1906621"/>
            <a:ext cx="4315872" cy="402073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EC2 → Snapshots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our 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snapshot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Actions → Copy Snapshot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Destination region → us-east-1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Name: 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RegionB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-Copy-Snapshot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Copy snapshot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02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0495" y="480530"/>
            <a:ext cx="5195252" cy="76133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it-IT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Restore EC2 in Region B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598" y="2057400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Switch region → </a:t>
            </a:r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us-east-1</a:t>
            </a:r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EC2 → </a:t>
            </a:r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Snapshots</a:t>
            </a:r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copied snapshot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Actions → </a:t>
            </a:r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Volume</a:t>
            </a:r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AZ: choose any (same AZ you’ll launch EC2)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volume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Attach Volume to New EC2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Launch new EC2 instance (same AMI type)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EC2 → </a:t>
            </a:r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Volumes</a:t>
            </a:r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created volume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Actions → </a:t>
            </a:r>
            <a:r>
              <a:rPr lang="en-US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Attach Volume</a:t>
            </a:r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Attach to new EC2 instance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49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3561" y="1568715"/>
            <a:ext cx="3932237" cy="832899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Attach Volume to New EC2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>
          <a:xfrm>
            <a:off x="108267" y="2749164"/>
            <a:ext cx="3932237" cy="21408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Launch new EC2 instance (same AMI type)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EC2 → Volumes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Select created volume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Actions → Attach Volume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Attach to new EC2 instance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504" y="1736014"/>
            <a:ext cx="4220900" cy="384580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626" y="1736014"/>
            <a:ext cx="3538330" cy="384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58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2685" y="588397"/>
            <a:ext cx="6690097" cy="705678"/>
          </a:xfrm>
        </p:spPr>
        <p:txBody>
          <a:bodyPr/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Validate Application Availability (Region B)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5" y="2372519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59549"/>
            <a:ext cx="3932237" cy="3811588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Open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browser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Enter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Public IP of Region B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EC2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  <a:hlinkClick r:id="rId3"/>
              </a:rPr>
              <a:t>http://100.54.83.20</a:t>
            </a: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We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should see:</a:t>
            </a:r>
          </a:p>
        </p:txBody>
      </p:sp>
    </p:spTree>
    <p:extLst>
      <p:ext uri="{BB962C8B-B14F-4D97-AF65-F5344CB8AC3E}">
        <p14:creationId xmlns:p14="http://schemas.microsoft.com/office/powerpoint/2010/main" val="279411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264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Agency FB</vt:lpstr>
      <vt:lpstr>Algerian</vt:lpstr>
      <vt:lpstr>Arial</vt:lpstr>
      <vt:lpstr>Calibri</vt:lpstr>
      <vt:lpstr>Calibri Light</vt:lpstr>
      <vt:lpstr>Wingdings</vt:lpstr>
      <vt:lpstr>Office Theme</vt:lpstr>
      <vt:lpstr>Project 5 Cross-Region Backup Strategy</vt:lpstr>
      <vt:lpstr>Launch EC2 in Region A (Primary Region)</vt:lpstr>
      <vt:lpstr>Create EBS Snapshot (Region A)</vt:lpstr>
      <vt:lpstr>Copy Snapshot to Region B</vt:lpstr>
      <vt:lpstr>Restore EC2 in Region B</vt:lpstr>
      <vt:lpstr>Attach Volume to New EC2</vt:lpstr>
      <vt:lpstr>Validate Application Availability (Region B)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5 Cross-Region Backup Strategy</dc:title>
  <dc:creator>MD AZAD</dc:creator>
  <cp:lastModifiedBy>MD AZAD</cp:lastModifiedBy>
  <cp:revision>8</cp:revision>
  <dcterms:created xsi:type="dcterms:W3CDTF">2026-02-22T17:01:02Z</dcterms:created>
  <dcterms:modified xsi:type="dcterms:W3CDTF">2026-02-24T19:47:30Z</dcterms:modified>
</cp:coreProperties>
</file>