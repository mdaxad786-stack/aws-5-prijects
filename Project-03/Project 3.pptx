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png"/>
  <Override PartName="/ppt/media/image4.jpg" ContentType="image/png"/>
  <Override PartName="/ppt/media/image5.jpg" ContentType="image/png"/>
  <Override PartName="/ppt/media/image10.jpg" ContentType="image/png"/>
  <Override PartName="/ppt/media/image11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65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2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4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4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72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9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9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89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51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01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79F3C-13C2-4C52-923F-84584291B81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7B445-12F7-4533-835B-C12A8BEFC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3.90.250.5/photo.jpg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://3.90.250.5/Mohd%20Azad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Project 3</a:t>
            </a:r>
            <a:b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secure Media Hosting Platform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07468" y="2399557"/>
            <a:ext cx="7303851" cy="30576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Launch EC2 with restricted SSH access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Create private S3 bucket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Upload media files to S3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Serve media via EC2 web server</a:t>
            </a:r>
            <a:endParaRPr lang="en-US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376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0104" y="389105"/>
            <a:ext cx="8605769" cy="899809"/>
          </a:xfrm>
        </p:spPr>
        <p:txBody>
          <a:bodyPr>
            <a:normAutofit/>
          </a:bodyPr>
          <a:lstStyle/>
          <a:p>
            <a:pPr marL="742950" indent="-742950">
              <a:buFont typeface="Wingdings" panose="05000000000000000000" pitchFamily="2" charset="2"/>
              <a:buChar char="Ø"/>
            </a:pPr>
            <a:r>
              <a:rPr lang="en-US" sz="4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Launch EC2 with restricted SSH access</a:t>
            </a:r>
            <a:endParaRPr lang="en-US" sz="4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003" y="2057399"/>
            <a:ext cx="5886450" cy="3311128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370659" y="2057399"/>
            <a:ext cx="5465597" cy="381158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Login to Amazon Web Services Console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EC2 → Launch Instance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Choose: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</a:t>
            </a:r>
            <a:r>
              <a:rPr lang="en-US" sz="3200" dirty="0" smtClean="0">
                <a:solidFill>
                  <a:schemeClr val="bg1"/>
                </a:solidFill>
              </a:rPr>
              <a:t>✔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AMI: Amazon Linux 2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</a:t>
            </a:r>
            <a:r>
              <a:rPr lang="en-US" sz="3200" dirty="0" smtClean="0">
                <a:solidFill>
                  <a:schemeClr val="bg1"/>
                </a:solidFill>
              </a:rPr>
              <a:t>✔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Instance type: t2.micro (Free Tier)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Key pair: create or select existing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78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85" y="2091629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092" y="2804823"/>
            <a:ext cx="4960551" cy="253845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 Security Group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         ✔ </a:t>
            </a:r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SSH (22) → Source: My IP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         ✔ </a:t>
            </a:r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HTTP (80) → Source: Anywhere (0.0.0.0/0)</a:t>
            </a:r>
            <a:endParaRPr lang="en-US" sz="2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89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7715" y="500931"/>
            <a:ext cx="5028275" cy="85675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Install Web Server on EC2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438" y="2226469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3712" y="2499412"/>
            <a:ext cx="4635610" cy="2925976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FF00"/>
                </a:solidFill>
                <a:latin typeface="Algerian" panose="04020705040A02060702" pitchFamily="82" charset="0"/>
              </a:rPr>
              <a:t>                       Uses Some Command Here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sudo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yum update -y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sudo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yum install 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httpd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-y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sudo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systemctl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start 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httpd</a:t>
            </a:r>
            <a:endParaRPr lang="en-US" sz="32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sudo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systemctl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enable 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httpd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917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1082" y="572493"/>
            <a:ext cx="5473548" cy="82494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a Private S3 Bucket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361" y="2245381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39" y="2550381"/>
            <a:ext cx="3932237" cy="272133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S3 → Create bucket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Bucket name: azad-projects786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Region: same as EC2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Block all public access → 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bucket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       ✔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Our bucket is now completely private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29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985" y="580444"/>
            <a:ext cx="4893102" cy="76928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Upload Media Files to S3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875" y="2412206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7496" y="2862676"/>
            <a:ext cx="3932237" cy="257025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bucket → Upload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Upload:</a:t>
            </a:r>
          </a:p>
          <a:p>
            <a:r>
              <a:rPr lang="en-US" sz="3200" dirty="0" smtClean="0">
                <a:solidFill>
                  <a:schemeClr val="bg1"/>
                </a:solidFill>
              </a:rPr>
              <a:t>        ✔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images (jpg/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png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)</a:t>
            </a:r>
          </a:p>
          <a:p>
            <a:r>
              <a:rPr lang="en-US" sz="3200" dirty="0" smtClean="0">
                <a:solidFill>
                  <a:schemeClr val="bg1"/>
                </a:solidFill>
              </a:rPr>
              <a:t>        ✔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Documents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(pdf)</a:t>
            </a:r>
          </a:p>
        </p:txBody>
      </p:sp>
    </p:spTree>
    <p:extLst>
      <p:ext uri="{BB962C8B-B14F-4D97-AF65-F5344CB8AC3E}">
        <p14:creationId xmlns:p14="http://schemas.microsoft.com/office/powerpoint/2010/main" val="309239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692441" y="532736"/>
            <a:ext cx="7358008" cy="85675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IAM Role for Secure S3 Access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22" y="2221499"/>
            <a:ext cx="6172200" cy="3471862"/>
          </a:xfrm>
        </p:spPr>
      </p:pic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47740" y="2874603"/>
            <a:ext cx="4384218" cy="240328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IAM → Roles → Create role</a:t>
            </a:r>
          </a:p>
          <a:p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Trusted entity: EC2</a:t>
            </a:r>
          </a:p>
          <a:p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Attach policy:</a:t>
            </a:r>
            <a:endParaRPr lang="en-US" sz="2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906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458" y="2022262"/>
            <a:ext cx="6172200" cy="3471862"/>
          </a:xfrm>
        </p:spPr>
      </p:pic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402466" y="2319806"/>
            <a:ext cx="4685306" cy="2339658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Add   Permission</a:t>
            </a:r>
          </a:p>
          <a:p>
            <a:r>
              <a:rPr lang="en-US" sz="3200" dirty="0" smtClean="0">
                <a:solidFill>
                  <a:schemeClr val="bg1"/>
                </a:solidFill>
              </a:rPr>
              <a:t>     ✔ 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AmazonS3ReadOnlyAccess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Role name: web-photo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63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244" y="2249965"/>
            <a:ext cx="5502275" cy="309502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9858" y="2413428"/>
            <a:ext cx="5383033" cy="2562308"/>
          </a:xfrm>
        </p:spPr>
        <p:txBody>
          <a:bodyPr/>
          <a:lstStyle/>
          <a:p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EC2 Instance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→ project-02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Attach role to EC2: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  ✔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EC2 → Actions → Security → Modify IAM Role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EC2 can now access S3 without access keys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891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5506" y="727020"/>
            <a:ext cx="6562876" cy="73748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Serve S3 Media via EC2 Web Server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063" y="2372519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2982" y="2930262"/>
            <a:ext cx="4605048" cy="235557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Install AWS CLI:   $ </a:t>
            </a:r>
            <a:r>
              <a:rPr lang="es-ES" sz="20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sudo </a:t>
            </a:r>
            <a:r>
              <a:rPr lang="es-ES" sz="2000" dirty="0" err="1" smtClean="0">
                <a:solidFill>
                  <a:srgbClr val="FFFF00"/>
                </a:solidFill>
                <a:latin typeface="Agency FB" panose="020B0503020202020204" pitchFamily="34" charset="0"/>
              </a:rPr>
              <a:t>yum</a:t>
            </a:r>
            <a:r>
              <a:rPr lang="es-ES" sz="20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 </a:t>
            </a:r>
            <a:r>
              <a:rPr lang="es-ES" sz="2000" dirty="0" err="1" smtClean="0">
                <a:solidFill>
                  <a:srgbClr val="FFFF00"/>
                </a:solidFill>
                <a:latin typeface="Agency FB" panose="020B0503020202020204" pitchFamily="34" charset="0"/>
              </a:rPr>
              <a:t>install</a:t>
            </a:r>
            <a:r>
              <a:rPr lang="es-ES" sz="20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 </a:t>
            </a:r>
            <a:r>
              <a:rPr lang="es-ES" sz="2000" dirty="0" err="1" smtClean="0">
                <a:solidFill>
                  <a:srgbClr val="FFFF00"/>
                </a:solidFill>
                <a:latin typeface="Agency FB" panose="020B0503020202020204" pitchFamily="34" charset="0"/>
              </a:rPr>
              <a:t>aws</a:t>
            </a:r>
            <a:r>
              <a:rPr lang="es-ES" sz="20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-cli –y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Copy media from S3 to web directory: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$ </a:t>
            </a:r>
            <a:r>
              <a:rPr lang="en-US" sz="2000" dirty="0" err="1" smtClean="0">
                <a:solidFill>
                  <a:srgbClr val="FFFF00"/>
                </a:solidFill>
                <a:latin typeface="Agency FB" panose="020B0503020202020204" pitchFamily="34" charset="0"/>
              </a:rPr>
              <a:t>aws</a:t>
            </a:r>
            <a:r>
              <a:rPr lang="en-US" sz="20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 s3 </a:t>
            </a:r>
            <a:r>
              <a:rPr lang="en-US" sz="2000" dirty="0" err="1" smtClean="0">
                <a:solidFill>
                  <a:srgbClr val="FFFF00"/>
                </a:solidFill>
                <a:latin typeface="Agency FB" panose="020B0503020202020204" pitchFamily="34" charset="0"/>
              </a:rPr>
              <a:t>cp</a:t>
            </a:r>
            <a:r>
              <a:rPr lang="en-US" sz="20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 s3://azad-projects786/photo.jpg       /</a:t>
            </a:r>
            <a:r>
              <a:rPr lang="en-US" sz="2000" dirty="0" err="1" smtClean="0">
                <a:solidFill>
                  <a:srgbClr val="FFFF00"/>
                </a:solidFill>
                <a:latin typeface="Agency FB" panose="020B0503020202020204" pitchFamily="34" charset="0"/>
              </a:rPr>
              <a:t>var</a:t>
            </a:r>
            <a:r>
              <a:rPr lang="en-US" sz="20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/www/html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Set permissions: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$ </a:t>
            </a:r>
            <a:r>
              <a:rPr lang="pt-BR" sz="20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sudo chmod -R 755 /var/www/html</a:t>
            </a:r>
            <a:endParaRPr lang="en-US" sz="2000" dirty="0">
              <a:solidFill>
                <a:srgbClr val="FFFF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751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091" y="508882"/>
            <a:ext cx="5185156" cy="81699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Access Media via Browser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293" y="2237237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4514" y="2170449"/>
            <a:ext cx="4519392" cy="3811588"/>
          </a:xfrm>
        </p:spPr>
        <p:txBody>
          <a:bodyPr/>
          <a:lstStyle/>
          <a:p>
            <a:endParaRPr lang="en-US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Check Photo &amp; Pdf file: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browser: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We take New-EC2-Public-IP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  <a:hlinkClick r:id="rId3"/>
              </a:rPr>
              <a:t>http://3.90.250.5/photo.jpg</a:t>
            </a:r>
            <a:endParaRPr lang="en-US" sz="32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  <a:hlinkClick r:id="rId4"/>
              </a:rPr>
              <a:t>http://3.90.250.5/Mohd Azad.pdf</a:t>
            </a:r>
            <a:endParaRPr lang="en-US" sz="32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32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32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32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54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317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Agency FB</vt:lpstr>
      <vt:lpstr>Algerian</vt:lpstr>
      <vt:lpstr>Arial</vt:lpstr>
      <vt:lpstr>Calibri</vt:lpstr>
      <vt:lpstr>Calibri Light</vt:lpstr>
      <vt:lpstr>Wingdings</vt:lpstr>
      <vt:lpstr>Office Theme</vt:lpstr>
      <vt:lpstr>Project 3 secure Media Hosting Platform</vt:lpstr>
      <vt:lpstr>Launch EC2 with restricted SSH access</vt:lpstr>
      <vt:lpstr>PowerPoint Presentation</vt:lpstr>
      <vt:lpstr>Install Web Server on EC2</vt:lpstr>
      <vt:lpstr>Create a Private S3 Bucket</vt:lpstr>
      <vt:lpstr>Upload Media Files to S3</vt:lpstr>
      <vt:lpstr>Create IAM Role for Secure S3 Access</vt:lpstr>
      <vt:lpstr>PowerPoint Presentation</vt:lpstr>
      <vt:lpstr>PowerPoint Presentation</vt:lpstr>
      <vt:lpstr>Serve S3 Media via EC2 Web Server</vt:lpstr>
      <vt:lpstr>Access Media via Browser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 secure Media Hosting Platform</dc:title>
  <dc:creator>MD AZAD</dc:creator>
  <cp:lastModifiedBy>MD AZAD</cp:lastModifiedBy>
  <cp:revision>11</cp:revision>
  <dcterms:created xsi:type="dcterms:W3CDTF">2026-02-24T16:50:37Z</dcterms:created>
  <dcterms:modified xsi:type="dcterms:W3CDTF">2026-02-24T19:10:14Z</dcterms:modified>
</cp:coreProperties>
</file>