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ppt/media/image4.jpg" ContentType="image/png"/>
  <Override PartName="/ppt/media/image5.jpg" ContentType="image/png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3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9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2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4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73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3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8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3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9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7F9D6-8BBA-47EC-8CB9-E24EE3CEC3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12C95-0FFE-4458-B13E-6A215A227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Project 6 </a:t>
            </a:r>
            <a:b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Deploy a Static website in S3 directly</a:t>
            </a:r>
            <a:r>
              <a:rPr lang="en-US" dirty="0" smtClean="0">
                <a:latin typeface="Algerian" panose="04020705040A02060702" pitchFamily="82" charset="0"/>
              </a:rPr>
              <a:t>.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202021" y="2078544"/>
            <a:ext cx="6165715" cy="39331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Static Website Files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an S3 Bucket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Upload Website Files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Enable Static Website Hosting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Make Bucket Public (Bucket Policy)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Access Your 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0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36339" y="569343"/>
            <a:ext cx="5785299" cy="72893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Static Website Files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922" y="2057400"/>
            <a:ext cx="6172200" cy="3471862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On our local system, create these files: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&lt;!-- ***** Logo Start ***** --&gt;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&lt;a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href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="index.html" class="logo"&gt;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&lt;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img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src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="assets/images/logo.png" alt="Chain App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Dev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"&gt;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&lt;/a&gt;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&lt;!-- ***** Logo End ***** --&gt;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&lt;!-- ***** Menu Start ***** --&gt;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&lt;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ul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class="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nav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"&gt;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……….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etc</a:t>
            </a:r>
            <a:endParaRPr lang="en-US" sz="1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61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39855" y="638354"/>
            <a:ext cx="5612771" cy="76313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an S3 Bucket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941" y="2100532"/>
            <a:ext cx="6172200" cy="3471862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42973" y="2100532"/>
            <a:ext cx="4637985" cy="381158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Login to AWS Console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S3 → Create bucket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Bucket name (must be unique):</a:t>
            </a:r>
          </a:p>
          <a:p>
            <a:r>
              <a:rPr lang="en-US" sz="32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        my-static-website-azad-123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Region: Any (ex: ap-south-1)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Uncheck: Block all public access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Acknowledge warning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Create bucket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4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4966" y="577968"/>
            <a:ext cx="5328099" cy="75481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Upload Website Files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913" y="2295480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your bucket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Upload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Upload: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           ✔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assets/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              ✔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index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.html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</a:t>
            </a:r>
            <a:r>
              <a:rPr lang="en-US" sz="2400" dirty="0" smtClean="0">
                <a:solidFill>
                  <a:schemeClr val="bg1"/>
                </a:solidFill>
              </a:rPr>
              <a:t>✔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vendor/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Upload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12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8316" y="672860"/>
            <a:ext cx="5664529" cy="84107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Enable Static Website Hosting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77" y="2177152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4293" y="2227263"/>
            <a:ext cx="3932237" cy="381158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bucket → Properties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Scroll to Static website hosting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Enable it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Choose: 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</a:t>
            </a:r>
            <a:r>
              <a:rPr lang="en-US" sz="2000" dirty="0" smtClean="0">
                <a:solidFill>
                  <a:schemeClr val="bg1"/>
                </a:solidFill>
              </a:rPr>
              <a:t>✔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Index document: index.html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Save changes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👉 we’ll get a Website endpoint URL (copy it).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2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523" y="474452"/>
            <a:ext cx="6311510" cy="82382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Make Bucket Public (Bucket Policy)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411" y="2057400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Permissions → Bucket policy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Paste this policy (bucket name 👇)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{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"Version": "2012-10-17",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"Statement": [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{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"Sid": "</a:t>
            </a:r>
            <a:r>
              <a:rPr lang="en-US" sz="2400" dirty="0" err="1" smtClean="0">
                <a:solidFill>
                  <a:schemeClr val="bg1"/>
                </a:solidFill>
              </a:rPr>
              <a:t>PublicReadGetObject</a:t>
            </a:r>
            <a:r>
              <a:rPr lang="en-US" sz="2400" dirty="0" smtClean="0">
                <a:solidFill>
                  <a:schemeClr val="bg1"/>
                </a:solidFill>
              </a:rPr>
              <a:t>",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"Effect": "Allow",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"Principal": "*",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"Action": "s3:GetObject",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"Resource": "arn:aws:s3:::my-static-website-azad-123/*"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}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]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}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0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2822" y="448574"/>
            <a:ext cx="6259752" cy="88420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Access Your Website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302" y="1967677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623" y="2630412"/>
            <a:ext cx="4879524" cy="185899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browser → paste S3 Website Endpoint URL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https://my-static-website-123.s3-website.ap-south-1.amazonaws.com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7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234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Project 6  Deploy a Static website in S3 directly.</vt:lpstr>
      <vt:lpstr>Create Static Website Files</vt:lpstr>
      <vt:lpstr>Create an S3 Bucket</vt:lpstr>
      <vt:lpstr>Upload Website Files</vt:lpstr>
      <vt:lpstr>Enable Static Website Hosting</vt:lpstr>
      <vt:lpstr>Make Bucket Public (Bucket Policy)</vt:lpstr>
      <vt:lpstr>Access Your Website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6  Deploy a Static website in S3 directly.</dc:title>
  <dc:creator>MD AZAD</dc:creator>
  <cp:lastModifiedBy>MD AZAD</cp:lastModifiedBy>
  <cp:revision>10</cp:revision>
  <dcterms:created xsi:type="dcterms:W3CDTF">2026-02-25T08:19:05Z</dcterms:created>
  <dcterms:modified xsi:type="dcterms:W3CDTF">2026-02-25T10:39:30Z</dcterms:modified>
</cp:coreProperties>
</file>